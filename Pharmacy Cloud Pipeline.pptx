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26f-8502-8828-8000-000066d0bbb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13500" y="1092200"/>
            <a:ext cx="11556766" cy="193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D215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MedStorePro Inventory Management System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197412" y="3507271"/>
            <a:ext cx="7988943" cy="106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E76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Instructor          Sir Muhammad Zunnurain Hussain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E76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                     Sir Umair Makhdoom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45300" y="4229100"/>
            <a:ext cx="11597481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19768" y="6220018"/>
            <a:ext cx="11597481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88446" y="4986728"/>
            <a:ext cx="6406875" cy="100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7620000" cy="477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Instructor          Sir Muhammad Zunnurain Hussain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                     Sir Umair Makhdoom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97412" y="4986728"/>
            <a:ext cx="6566859" cy="92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E76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Areeba Mahnoor                    BSSE23033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E76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Zainab Faisal                          Bsse23045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2-7b82-8b20-8000-00005fb70095.png?kimi-sig=G-6jdAZiggdgtLZttTz2HOJSRCxMvBSMYyIFqDYD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3-10f2-8ce0-8000-0000ba65709e.png?kimi-sig=Kg5Cix7lq555mRQ4lAZHLaMO-whKHu7UsX7X0fYcpg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6-01-01-00:16:35-d5akoouom6pjc34mo3h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13" y="9652207"/>
            <a:ext cx="4231312" cy="5461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6e-7422-8ba0-8000-0000ede96fcd.png?kimi-sig=EqKsFYh0BrTaFmdeBoOCrexxiD_7tUEnqlkL9jzva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1-faf2-8bdd-8000-00006f467f6a.png?kimi-sig=CMXQJ3ERgS5iL9ps6mGPBpTOZxfnm0tNFIsYi4BYO9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4-3442-851b-8000-00006148c58c.png?kimi-sig=Cv2IDsb6txtwZJRzEYPIy0a94IEi-ixuXh1SMVi-Xt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6-01-01-02:14:41-d5amg4a5hvls1sh6lh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90" y="1695482"/>
            <a:ext cx="17025900" cy="8024380"/>
          </a:xfrm>
          <a:prstGeom prst="rect">
            <a:avLst/>
          </a:prstGeom>
        </p:spPr>
      </p:pic>
      <p:pic>
        <p:nvPicPr>
          <p:cNvPr id="4" name="Image 2" descr="https://kimi-img.moonshot.cn/pub/slides/26-01-01-02:19:30-d5amicngt7e4hgckjrq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4414" y="9719863"/>
            <a:ext cx="2649184" cy="43432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9-8e82-848c-8000-00006a6cb5cd.png?kimi-sig=7IZHa2sjc7npn2sWcMfqM2PLqQW_NeS47smp7upMZ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e-ca82-8a35-8000-000060a5aba1.png?kimi-sig=efPp6ZRB3gR6QH6oVTzQoKtQi_nnThzruAiXupzAq_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e-07c2-8ae2-8000-00000b76b9f2.png?kimi-sig=dYqOJawW1QTqHhyewkfrj9Nr4O02qMTshnsrRI-bB9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517e-4722-864f-8000-0000899b1a2a.png?kimi-sig=LQI_LRM1rBXVbgF-C21ctrrezf23CqvHmA0A1KfVc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Cloud Pipeline</dc:title>
  <dc:subject>Pharmacy Cloud Pipeline</dc:subject>
  <dc:creator>Kimi</dc:creator>
  <cp:lastModifiedBy>Kimi</cp:lastModifiedBy>
  <cp:revision>1</cp:revision>
  <dcterms:created xsi:type="dcterms:W3CDTF">2025-12-31T18:29:55Z</dcterms:created>
  <dcterms:modified xsi:type="dcterms:W3CDTF">2025-12-31T18:29:55Z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{"Label":"Pharmacy Cloud Pipeline","ContentProducer":"001191110108MACG2KBH8F10000","ProduceID":"19b75158-f212-8d07-8000-0000ced9535c","ReservedCode1":"","ContentPropagator":"001191110108MACG2KBH8F20000","PropagateID":"19b75158-f212-8d07-8000-0000ced9535c","ReservedCode2":""}</vt:lpwstr>
  </property>
</Properties>
</file>